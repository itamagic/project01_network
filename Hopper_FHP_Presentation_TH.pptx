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806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5504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5806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555040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580644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A9C4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 1: Socket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FHP</a:t>
            </a:r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—  File Hopping Protocol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โปรแกรม Client-Server สำหรับโอนย้ายไฟล์ผ่าน TCP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Messiah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6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วิชาระบบเครือข่ายคอมพิวเตอร์ — ปี 3 เทอม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หัวข้อการนำเสนอ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สิ่งที่จะพูดถึงในการนำเสนอนี้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180539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 &amp; การออกแบบ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2075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ทำอะไรได้บ้าง และทำไมถึงออกแบบมาแบบนี้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6517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9" name="Image 1" descr="icons/repea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71" y="2719791"/>
            <a:ext cx="430865" cy="4308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606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การเลือก Transport Layer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29900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ทำไมเลือกใช้ TCP แทน UDP สำหรับโปรแกรมนี้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77240" y="35661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" y="3634191"/>
            <a:ext cx="430865" cy="4308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520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 FHP Protocol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39044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Request / Response และ status code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77240" y="4480560"/>
            <a:ext cx="566928" cy="566928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7" name="Image 3" descr="icons/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71" y="4548591"/>
            <a:ext cx="430865" cy="43086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การพัฒนาโปรแกรม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00200" y="48188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และ Server ถูกสร้างด้วย Python อย่างไร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77240" y="53949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icons/vide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271" y="5462991"/>
            <a:ext cx="430865" cy="4308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00200" y="5349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สาธิตการทำงาน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1600200" y="57332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รันโปรแกรม Hopper แบบครบวงจรระหว่าง Client และ Server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5568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1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6000" dirty="0"/>
          </a:p>
        </p:txBody>
      </p:sp>
      <p:sp>
        <p:nvSpPr>
          <p:cNvPr id="25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วัตถุประสงค์และคุณลักษณะของโปรแกรม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5029200"/>
          </a:xfrm>
          <a:prstGeom prst="roundRect">
            <a:avLst>
              <a:gd name="adj" fmla="val 2182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คืออะไร?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011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4F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Network application ประเภท client-server ที่ให้ผู้ใช้โอนย้ายไฟล์ระหว่างเครื่องตัวเองกับเครื่อง Server ผ่านเครือข่ายได้ โดยเลียนแบบการทำงานพื้นฐานของ FTP แต่ออกแบบให้มีขนาดเล็กและเข้าใจง่ายกว่า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0120" y="3730752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657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ดูรายการไฟล์บน Server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4151376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7822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อัปโหลดไฟล์ขึ้น Server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572000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4988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ดาวน์โหลดไฟล์จาก Server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992624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9194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ลบไฟล์บน Server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2550" y="1477670"/>
            <a:ext cx="382219" cy="3822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13990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Client-Server รองรับหลายคนพร้อมกัน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858000" y="174650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หนึ่งตัวรองรับหลาย Client พร้อมกันด้วย multi-threading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587752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9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550" y="2648102"/>
            <a:ext cx="382219" cy="38221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58000" y="256946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2 ลักษณะ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858000" y="291693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ข้อความคำสั่งขนาดเล็ก + เนื้อไฟล์ binary ขนาดใหญ่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172200" y="37581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550" y="3818534"/>
            <a:ext cx="382219" cy="38221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37398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ความถูกต้องของข้อมูลสมบูรณ์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858000" y="4087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ไฟล์ที่โอนต้องตรงกับต้นฉบับทุก byte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4928616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7" name="Image 3" descr="icons/repe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550" y="4988966"/>
            <a:ext cx="382219" cy="38221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49103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การเชื่อมต่อแบบต่อเนื่อง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6858000" y="5257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เชื่อมต่อต่อเนื่องตลอดการโอน 1 ครั้ง ไม่ใช่ request เดียวจบ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1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Transport Layer: ทำไมต้อง TCP?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ต้องการการรับประกันที่ UDP ให้ไม่ได้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1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0317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ความน่าเชื่อถือ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แค่ byte เดียวหายไปก็ทำให้ไฟล์เสียหายได้ — TCP รับประกันการส่งถึง แต่ UDP ไม่รับประกัน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15C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lis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97" y="20317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8424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การเรียงลำดับข้อมูล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ข้อมูลไฟล์ต้องถูกประกอบกลับตามลำดับเดิมเป๊ะทุก byte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15C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z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44549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07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&amp; Congestion Control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0749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ควบคุมอัตราการส่งข้อมูลให้เหมาะกับสภาพเครือข่ายโดยอัตโนมัติ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3315C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repea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797" y="44549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07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Connection-oriented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37960" y="507492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การโอนไฟล์คือ session ต่อเนื่อง เหมาะกับ TCP มากกว่าส่งเป็น datagram แยกอิสระ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FHP: Control vs.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Protocol แบบ text ที่แยกคำสั่งกับข้อมูลไฟล์ออกจากกันชัดเจน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957" y="23061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ข้อความควบคุม (Control Message)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 ASCII จบด้วย CRLF (\r\n)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29184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401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report.pdf 204800\r\n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0" y="192024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0B2545"/>
          </a:solidFill>
          <a:ln/>
        </p:spPr>
      </p:sp>
      <p:sp>
        <p:nvSpPr>
          <p:cNvPr id="12" name="Shape 9"/>
          <p:cNvSpPr/>
          <p:nvPr/>
        </p:nvSpPr>
        <p:spPr>
          <a:xfrm>
            <a:off x="6812280" y="22402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3" name="Image 1" descr="icons/filetex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17" y="230611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ข้อมูลไฟล์ (Data Transfer)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1228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 binary ดิบ ส่งต่อจากบรรทัดควบคุมทันที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812280" y="3291840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0" y="34015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[ 204,800 bytes of file data ]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23560" y="2944368"/>
            <a:ext cx="822960" cy="329184"/>
          </a:xfrm>
          <a:prstGeom prst="rightArrow">
            <a:avLst/>
          </a:prstGeom>
          <a:solidFill>
            <a:srgbClr val="F2A541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7091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ทำไมถึงสำคัญ: 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TCP เป็น byte stream ที่ไม่มีขอบเขตข้อความในตัวเอง จึงต้องระบุขนาดไฟล์ไว้ใน control message ก่อนเสมอ เพื่อให้ผู้รับรู้ว่าต้องอ่านข้อมูลกี่ byte ไฟล์จึงจะครบ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-&gt; Server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0233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คำสั่ง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รูปแบบ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คำอธิบาย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LIST\r\n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9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ขอรายชื่อไฟล์ทั้งหมดบน Server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UPLOAD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UPLOAD &lt;filename&gt; &lt;filesize&gt;\r\n + binary data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9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ส่งไฟล์จาก Client ขึ้นไปเก็บบน Server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DOWNLOAD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DOWNLOAD &lt;filename&gt;\r\n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9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ขอไฟล์จาก Server มายัง Client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DELETE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&lt;filename&gt;\r\n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9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ขอให้ Server ลบไฟล์ที่ระบุ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QUIT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31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QUIT\r\n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C7A9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ปิดการเชื่อมต่อ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 (Response Messages)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-&gt; Client   |   รูปแบบ: &lt;status code&gt; &lt;status phrase&gt; [metadata]\r\n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1965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Transfer Starting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62432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เริ่มส่งข้อมูลไฟล์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81965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98848" y="23134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8848" y="262432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คำสั่งสำเร็จ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81965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56448" y="231343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Transfer Complete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56448" y="262432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โอนไฟล์เสร็จสมบูรณ์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655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54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1248" y="395935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Bad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27024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รูปแบบคำสั่งไม่ถูกต้อง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34655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54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498848" y="395935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 Not Found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427024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ไม่พบไฟล์ที่ร้องขอ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346557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54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56448" y="395935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File Already Exists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56448" y="427024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UPLOAD ด้วยชื่อไฟล์ที่ซ้ำกับไฟล์เดิม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983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1114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541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1248" y="5605272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Error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5916168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เกิดข้อผิดพลาดฝั่ง Server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ตัวอย่างการสื่อสาร — UPLOAD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4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 ส่งไฟล์ report.pdf ไปยัง Server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1645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icons/moni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0822" y="173370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92640" y="164592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8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422" y="1733702"/>
            <a:ext cx="555955" cy="5559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828800" y="2880360"/>
            <a:ext cx="0" cy="3474720"/>
          </a:xfrm>
          <a:prstGeom prst="line">
            <a:avLst/>
          </a:prstGeom>
          <a:noFill/>
          <a:ln w="12700">
            <a:solidFill>
              <a:srgbClr val="3A5D82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10058400" y="2880360"/>
            <a:ext cx="0" cy="3474720"/>
          </a:xfrm>
          <a:prstGeom prst="line">
            <a:avLst/>
          </a:prstGeom>
          <a:noFill/>
          <a:ln w="12700">
            <a:solidFill>
              <a:srgbClr val="3A5D82"/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1828800" y="3310128"/>
            <a:ext cx="822960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18288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report.pdf 204800\r\n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1828800" y="4270248"/>
            <a:ext cx="8229600" cy="164592"/>
          </a:xfrm>
          <a:prstGeom prst="leftArrow">
            <a:avLst/>
          </a:prstGeom>
          <a:solidFill>
            <a:srgbClr val="F2A541"/>
          </a:solidFill>
          <a:ln/>
        </p:spPr>
      </p:sp>
      <p:sp>
        <p:nvSpPr>
          <p:cNvPr id="15" name="Text 11"/>
          <p:cNvSpPr/>
          <p:nvPr/>
        </p:nvSpPr>
        <p:spPr>
          <a:xfrm>
            <a:off x="18288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Transfer Starting\r\n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828800" y="5230368"/>
            <a:ext cx="8229600" cy="16459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binary data: 204,800 bytes ]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828800" y="6190488"/>
            <a:ext cx="8229600" cy="164592"/>
          </a:xfrm>
          <a:prstGeom prst="leftArrow">
            <a:avLst/>
          </a:prstGeom>
          <a:solidFill>
            <a:srgbClr val="F2A541"/>
          </a:solidFill>
          <a:ln/>
        </p:spPr>
      </p:sp>
      <p:sp>
        <p:nvSpPr>
          <p:cNvPr id="19" name="Text 15"/>
          <p:cNvSpPr/>
          <p:nvPr/>
        </p:nvSpPr>
        <p:spPr>
          <a:xfrm>
            <a:off x="182880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226 Transfer Complete\r\n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C7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7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การพัฒนาโปรแกรม (Implementation)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เขียนด้วย Python ใช้แค่ standard library (socket + threading)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870" y="213421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2608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 แบบ Multi-threaded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520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 client ที่เชื่อมต่อได้ 1 thread แยกกัน ทำงานพร้อมกันได้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47288" y="17373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0268" y="20574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1" name="Image 1" descr="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78" y="2134210"/>
            <a:ext cx="486461" cy="4864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92608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โอนข้อมูลแบบ Chunk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520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ส่งไฟล์ทีละก้อนขนาด 4,096 byte ไม่ต้องโหลดทั้งไฟล์ลงหน่วยความจำ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37476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286" y="213421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19088" y="292608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อ่านข้อมูลครบทุก Byte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19088" y="3520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การอ่านแบบ buffered รับประกันว่าได้ข้อมูลครบก่อนเขียนลงไฟล์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61704" y="173736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7FAFC"/>
          </a:solidFill>
          <a:ln w="12700">
            <a:solidFill>
              <a:srgbClr val="E1E9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44684" y="205740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1" name="Image 3" descr="icons/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494" y="213421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92608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 แบบ Real-time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26296" y="3520440"/>
            <a:ext cx="2276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พิมพ์ทุกบรรทัด [SEND]/[RECV] และ status code ออกทั้งสองฝั่ง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3315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ทดสอบแล้ว: </a:t>
            </a:r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 เต็มทุกคำสั่ง (list, upload, download, delete, error case) รวมถึงไฟล์ binary สุ่มขนาด 500 KB — ตรวจสอบแล้วว่าไฟล์ตรงกันทุก byte หลังโอน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188720"/>
            <a:ext cx="1463040" cy="14630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icons/vide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805" y="1364285"/>
            <a:ext cx="1111910" cy="1111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834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สาธิตการทำงานสด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C4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รันโปรแกรม Hopper แบบครบวงจรบน localhost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50592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0592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 &lt;file&gt;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06824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63056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3056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&lt;file&gt;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19288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19288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&lt;file&gt;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875520" y="42976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0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C7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Hopper — FHP (File Hopping Protocol)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7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3949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737360" y="5138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0" y="53949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3383280" y="5138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5394960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C4D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ยินดีตอบคำถามเกี่ยวกับ Hopper หรือ FHP protocol ครับ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2026-08-30T08:40:21Z</dcterms:created>
  <dcterms:modified xsi:type="dcterms:W3CDTF">2026-08-30T08:40:21Z</dcterms:modified>
</cp:coreProperties>
</file>